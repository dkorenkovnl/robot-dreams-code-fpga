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366997c0efb467c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366997c0efb467c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66997c0efb467c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66997c0efb467c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366997c0efb467cb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366997c0efb467cb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h366997c0efb467cb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h366997c0efb467cb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366997c0efb467c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366997c0efb467c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66997c0efb467c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366997c0efb467c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366997c0efb467c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366997c0efb467c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366997c0efb467c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366997c0efb467c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366997c0efb467cb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366997c0efb467c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965474a9_3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965474a9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Обробка аудіосигналів на FPGA-платі PYNQ-Z2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Курсова робота з FPGA Dmytro K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Мета та завдання роботи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 txBox="1"/>
          <p:nvPr>
            <p:ph idx="4294967295" type="body"/>
          </p:nvPr>
        </p:nvSpPr>
        <p:spPr>
          <a:xfrm>
            <a:off x="2012600" y="1377475"/>
            <a:ext cx="5091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Мета: розробити систему цифрової обробки аудіосигналів на базі FPGA-плати PYNQ-Z2.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Основні завдання: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Розробити цифровий FIR-фільтр засобами Vivado HLS.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Створити IP-блок з інтерфейсами AXI4-Stream та AXI4-Lite.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Інтегрувати IP-блок у систему з процесором MicroBlaze.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Організувати приймання та передачу аудіоданих через I2S.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Провести функціональну симуляцію та перевірку на FPGA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1875" y="3715800"/>
            <a:ext cx="3578148" cy="10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125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Використані технології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5"/>
          <p:cNvSpPr txBox="1"/>
          <p:nvPr>
            <p:ph idx="4294967295" type="body"/>
          </p:nvPr>
        </p:nvSpPr>
        <p:spPr>
          <a:xfrm>
            <a:off x="2012600" y="1377475"/>
            <a:ext cx="50910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MicroBlaze — програмне керування системою.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AXI4-Stream — потокова передача аудіоданих.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AXI4-Lite — керування регістрами IP-блоку.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I2S — інтерфейс обміну аудіо даними з кодеком.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IP блок фільтра зроблений за допомогою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HLS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5900" y="2928100"/>
            <a:ext cx="3822474" cy="18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1960425" y="48445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Архітектура системи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0425" y="1311650"/>
            <a:ext cx="4888276" cy="31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960425" y="48445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Архітектура системи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0463" y="1508800"/>
            <a:ext cx="5734023" cy="298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1960425" y="48445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Архітектура системи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1931400" y="1124875"/>
            <a:ext cx="27774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Audio Formatter RX/TX</a:t>
            </a:r>
            <a:r>
              <a:rPr lang="en"/>
              <a:t> — це апаратний IP-блок від AMD/Xilinx, який забезпечує передачу цифрових аудіоданих між потоковим інтерфейсом AXI4-Stream та пам'яттю FPGA-системи.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Його головна функція — DMA (Direct Memory Access), тобто передача даних між пам'яттю та периферією без необхідності копіювати кожен аудіо відлік процесором MicroBlaze.</a:t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4200" y="1247050"/>
            <a:ext cx="2574150" cy="23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Реалізація цифрового FIR-фільтра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9"/>
          <p:cNvSpPr txBox="1"/>
          <p:nvPr>
            <p:ph idx="4294967295" type="body"/>
          </p:nvPr>
        </p:nvSpPr>
        <p:spPr>
          <a:xfrm>
            <a:off x="2012600" y="1377475"/>
            <a:ext cx="5091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Розроблено 8-відвідний КІХ-фільтр нижніх частот (FIR) на основі алгоритму ковзного середнього.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Принцип роботи: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Де: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x[n]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— вхідний аудіо сигнал;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y[n]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— відфільтрований сигнал;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8 — кількість відводів фільтра.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Результат: послаблення високочастотних складових аудіосигналу.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7550" y="2340325"/>
            <a:ext cx="3368850" cy="10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Ілюстрація згладжування сигналу</a:t>
            </a:r>
            <a:endParaRPr b="1"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p20" title="Ілюстрація згладжування сигналу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225" y="1514600"/>
            <a:ext cx="5044501" cy="2837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Керування IP-блоком</a:t>
            </a:r>
            <a:endParaRPr b="1" sz="3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" name="Google Shape;133;p21"/>
          <p:cNvSpPr txBox="1"/>
          <p:nvPr>
            <p:ph idx="4294967295" type="body"/>
          </p:nvPr>
        </p:nvSpPr>
        <p:spPr>
          <a:xfrm>
            <a:off x="2012600" y="1377475"/>
            <a:ext cx="5091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Реалізовано два режими роботи цифрового фільтра: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Фільтрація: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Bypass = 0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Аудіосигнал проходить через FIR-фільтр.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Обхід фільтра: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Bypass = 1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Аудіосигнал передається без фільтрації.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Керування реалізовано через регістр AXI4-Lite зі зміщенням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0x20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150" y="1787050"/>
            <a:ext cx="2422150" cy="21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Основні функції програми MicroBlaze</a:t>
            </a:r>
            <a:endParaRPr b="1" sz="3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2"/>
          <p:cNvSpPr txBox="1"/>
          <p:nvPr>
            <p:ph idx="4294967295" type="body"/>
          </p:nvPr>
        </p:nvSpPr>
        <p:spPr>
          <a:xfrm>
            <a:off x="1989350" y="1371675"/>
            <a:ext cx="50910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Ініціалізація аудіокодека ADAU1761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Налаштування Audio Formatter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Керування передачею аудіоданих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Керування FIR-фільтром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Керування відтворенням аудіо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2" name="Google Shape;142;p22" title="microblaze-600x2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4100" y="3324251"/>
            <a:ext cx="3712174" cy="146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750" y="162725"/>
            <a:ext cx="6169450" cy="481804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2012600" y="687400"/>
            <a:ext cx="50445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Результат</a:t>
            </a:r>
            <a:endParaRPr b="1" sz="3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9" name="Google Shape;149;p23"/>
          <p:cNvSpPr txBox="1"/>
          <p:nvPr>
            <p:ph idx="4294967295" type="body"/>
          </p:nvPr>
        </p:nvSpPr>
        <p:spPr>
          <a:xfrm>
            <a:off x="2012600" y="1377475"/>
            <a:ext cx="4702500" cy="1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Функціональна симуляція IP-блоку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Симуляція повної системи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Аналіз синтезу та реалізації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Запуск на реальному залізі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925" y="3103300"/>
            <a:ext cx="5711252" cy="16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265500" y="1912650"/>
            <a:ext cx="4176600" cy="22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2"/>
                </a:solidFill>
              </a:rPr>
              <a:t>Дякую за увагу!</a:t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Щиро дякую за цінні знання, практичний досвід та можливість навчитися нового!</a:t>
            </a:r>
            <a:endParaRPr sz="2100">
              <a:solidFill>
                <a:schemeClr val="dk2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577350"/>
            <a:ext cx="4572001" cy="15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